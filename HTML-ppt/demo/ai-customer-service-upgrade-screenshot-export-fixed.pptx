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nston/Documents/Playground/HTML_PPT_generator/deliverables/ai-customer-service-upgrade/.tmp_web_ppt_swis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nston/Documents/Playground/HTML_PPT_generator/deliverables/ai-customer-service-upgrade/.tmp_web_ppt_swis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nston/Documents/Playground/HTML_PPT_generator/deliverables/ai-customer-service-upgrade/.tmp_web_ppt_swis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nston/Documents/Playground/HTML_PPT_generator/deliverables/ai-customer-service-upgrade/.tmp_web_ppt_swis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nston/Documents/Playground/HTML_PPT_generator/deliverables/ai-customer-service-upgrade/.tmp_web_ppt_swis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nston/Documents/Playground/HTML_PPT_generator/deliverables/ai-customer-service-upgrade/.tmp_web_ppt_swis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nston/Documents/Playground/HTML_PPT_generator/deliverables/ai-customer-service-upgrade/.tmp_web_ppt_swis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nston/Documents/Playground/HTML_PPT_generator/deliverables/ai-customer-service-upgrade/.tmp_web_ppt_swis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nston/Documents/Playground/HTML_PPT_generator/deliverables/ai-customer-service-upgrade/.tmp_web_ppt_swis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nston/Documents/Playground/HTML_PPT_generator/deliverables/ai-customer-service-upgrade/.tmp_web_ppt_swis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ai-customer-service-upgrade-screenshot-export-fixed</dc:title>
  <dc:subject>HTML to PPTX</dc:subject>
  <dc:creator>web-ppt-swiss skill</dc:creator>
  <cp:lastModifiedBy>web-ppt-swiss skill</cp:lastModifiedBy>
  <cp:revision>1</cp:revision>
  <dcterms:created xsi:type="dcterms:W3CDTF">2026-05-26T05:57:35Z</dcterms:created>
  <dcterms:modified xsi:type="dcterms:W3CDTF">2026-05-26T05:57:35Z</dcterms:modified>
</cp:coreProperties>
</file>